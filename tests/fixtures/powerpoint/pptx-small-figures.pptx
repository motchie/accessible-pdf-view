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2" d="100"/>
          <a:sy n="152" d="100"/>
        </p:scale>
        <p:origin x="604" y="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小さなアイコン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524000"/>
            <a:ext cx="66040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PDF ファイルをダウンロードできます（代替テキストあり）</a:t>
            </a:r>
          </a:p>
        </p:txBody>
      </p:sp>
      <p:pic>
        <p:nvPicPr>
          <p:cNvPr id="4" name="Picture 3" descr="アイコン：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0" y="1600200"/>
            <a:ext cx="152400" cy="152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8000" y="2032000"/>
            <a:ext cx="66040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検索はここから行います（代替テキストあり）</a:t>
            </a:r>
          </a:p>
        </p:txBody>
      </p:sp>
      <p:pic>
        <p:nvPicPr>
          <p:cNvPr id="6" name="Picture 5" descr="アイコン：検索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2133600"/>
            <a:ext cx="127000" cy="127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8000" y="2540000"/>
            <a:ext cx="66040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補足の印（代替テキストあり）</a:t>
            </a:r>
          </a:p>
        </p:txBody>
      </p:sp>
      <p:pic>
        <p:nvPicPr>
          <p:cNvPr id="8" name="Picture 7" descr="図：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2667000"/>
            <a:ext cx="101600" cy="101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8000" y="3302000"/>
            <a:ext cx="66040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PDF ファイルをダウンロードできます（代替テキストなし）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0" y="3378200"/>
            <a:ext cx="152400" cy="152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8000" y="3810000"/>
            <a:ext cx="66040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検索はここから行います（代替テキストなし）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3911600"/>
            <a:ext cx="127000" cy="127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8000" y="4572000"/>
            <a:ext cx="66040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基準の 24pt を超えるアイコン（代替テキストあり）</a:t>
            </a:r>
          </a:p>
        </p:txBody>
      </p:sp>
      <p:pic>
        <p:nvPicPr>
          <p:cNvPr id="14" name="Picture 13" descr="アイコン：PDF（大）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0" y="4521200"/>
            <a:ext cx="381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曜日のバッジ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651000"/>
            <a:ext cx="38100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開館日は</a:t>
            </a:r>
          </a:p>
        </p:txBody>
      </p:sp>
      <p:sp>
        <p:nvSpPr>
          <p:cNvPr id="4" name="Oval 3"/>
          <p:cNvSpPr/>
          <p:nvPr/>
        </p:nvSpPr>
        <p:spPr>
          <a:xfrm>
            <a:off x="1778000" y="1676400"/>
            <a:ext cx="292100" cy="2921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sz="1150">
                <a:solidFill>
                  <a:srgbClr val="FFFFFF"/>
                </a:solidFill>
              </a:rPr>
              <a:t>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59000" y="1651000"/>
            <a:ext cx="5080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と</a:t>
            </a:r>
          </a:p>
        </p:txBody>
      </p:sp>
      <p:sp>
        <p:nvSpPr>
          <p:cNvPr id="6" name="Oval 5"/>
          <p:cNvSpPr/>
          <p:nvPr/>
        </p:nvSpPr>
        <p:spPr>
          <a:xfrm>
            <a:off x="2603500" y="1676400"/>
            <a:ext cx="292100" cy="2921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sz="1150">
                <a:solidFill>
                  <a:srgbClr val="FFFFFF"/>
                </a:solidFill>
              </a:rPr>
              <a:t>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84500" y="1651000"/>
            <a:ext cx="7620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2540000"/>
            <a:ext cx="76200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同じバッジを画像で置いたもの（代替テキストなし）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3048000"/>
            <a:ext cx="292100" cy="2921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3048000"/>
            <a:ext cx="292100" cy="292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道順の図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397000"/>
            <a:ext cx="50800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ばらばらの図形で描いた道順（代替テキストなし）</a:t>
            </a:r>
          </a:p>
        </p:txBody>
      </p:sp>
      <p:sp>
        <p:nvSpPr>
          <p:cNvPr id="4" name="Oval 3"/>
          <p:cNvSpPr/>
          <p:nvPr/>
        </p:nvSpPr>
        <p:spPr>
          <a:xfrm>
            <a:off x="762000" y="2159000"/>
            <a:ext cx="50800" cy="50800"/>
          </a:xfrm>
          <a:prstGeom prst="ellipse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270000" y="2159000"/>
            <a:ext cx="50800" cy="50800"/>
          </a:xfrm>
          <a:prstGeom prst="ellipse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778000" y="2159000"/>
            <a:ext cx="50800" cy="50800"/>
          </a:xfrm>
          <a:prstGeom prst="ellipse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286000" y="2159000"/>
            <a:ext cx="50800" cy="50800"/>
          </a:xfrm>
          <a:prstGeom prst="ellipse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2794000" y="2184400"/>
            <a:ext cx="762000" cy="0"/>
          </a:xfrm>
          <a:prstGeom prst="line">
            <a:avLst/>
          </a:prstGeom>
          <a:ln w="1905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8000" y="2921000"/>
            <a:ext cx="66040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グループにして、グループに代替テキストを付けた道順</a:t>
            </a:r>
          </a:p>
        </p:txBody>
      </p:sp>
      <p:grpSp>
        <p:nvGrpSpPr>
          <p:cNvPr id="10" name="Group 9" descr="道順の図：駅から 4 つ目の角を右へ"/>
          <p:cNvGrpSpPr/>
          <p:nvPr/>
        </p:nvGrpSpPr>
        <p:grpSpPr>
          <a:xfrm>
            <a:off x="762000" y="3683000"/>
            <a:ext cx="2794000" cy="50800"/>
            <a:chOff x="762000" y="3683000"/>
            <a:chExt cx="2794000" cy="50800"/>
          </a:xfrm>
        </p:grpSpPr>
        <p:sp>
          <p:nvSpPr>
            <p:cNvPr id="11" name="Oval 10"/>
            <p:cNvSpPr/>
            <p:nvPr/>
          </p:nvSpPr>
          <p:spPr>
            <a:xfrm>
              <a:off x="762000" y="3683000"/>
              <a:ext cx="50800" cy="50800"/>
            </a:xfrm>
            <a:prstGeom prst="ellipse">
              <a:avLst/>
            </a:prstGeom>
            <a:solidFill>
              <a:srgbClr val="D32F2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Oval 11"/>
            <p:cNvSpPr/>
            <p:nvPr/>
          </p:nvSpPr>
          <p:spPr>
            <a:xfrm>
              <a:off x="1270000" y="3683000"/>
              <a:ext cx="50800" cy="50800"/>
            </a:xfrm>
            <a:prstGeom prst="ellipse">
              <a:avLst/>
            </a:prstGeom>
            <a:solidFill>
              <a:srgbClr val="D32F2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Oval 12"/>
            <p:cNvSpPr/>
            <p:nvPr/>
          </p:nvSpPr>
          <p:spPr>
            <a:xfrm>
              <a:off x="1778000" y="3683000"/>
              <a:ext cx="50800" cy="50800"/>
            </a:xfrm>
            <a:prstGeom prst="ellipse">
              <a:avLst/>
            </a:prstGeom>
            <a:solidFill>
              <a:srgbClr val="D32F2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Oval 13"/>
            <p:cNvSpPr/>
            <p:nvPr/>
          </p:nvSpPr>
          <p:spPr>
            <a:xfrm>
              <a:off x="2286000" y="3683000"/>
              <a:ext cx="50800" cy="50800"/>
            </a:xfrm>
            <a:prstGeom prst="ellipse">
              <a:avLst/>
            </a:prstGeom>
            <a:solidFill>
              <a:srgbClr val="D32F2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5" name="Connector 14"/>
            <p:cNvCxnSpPr/>
            <p:nvPr/>
          </p:nvCxnSpPr>
          <p:spPr>
            <a:xfrm>
              <a:off x="2794000" y="3708400"/>
              <a:ext cx="762000" cy="0"/>
            </a:xfrm>
            <a:prstGeom prst="line">
              <a:avLst/>
            </a:prstGeom>
            <a:ln w="19050">
              <a:solidFill>
                <a:srgbClr val="333333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/>
          <p:cNvSpPr txBox="1"/>
          <p:nvPr/>
        </p:nvSpPr>
        <p:spPr>
          <a:xfrm>
            <a:off x="508000" y="4445000"/>
            <a:ext cx="50800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装飾として指定した罫線（画像）</a:t>
            </a:r>
          </a:p>
        </p:txBody>
      </p:sp>
      <p:pic>
        <p:nvPicPr>
          <p:cNvPr id="17" name="Picture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4953000"/>
            <a:ext cx="5080000" cy="25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08000" y="5207000"/>
            <a:ext cx="50800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何も指定していない罫線（画像）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5715000"/>
            <a:ext cx="5080000" cy="25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比較のためのグラフ</a:t>
            </a:r>
          </a:p>
        </p:txBody>
      </p:sp>
      <p:pic>
        <p:nvPicPr>
          <p:cNvPr id="3" name="Picture 2" descr="4 本の棒グラフ。3、5、4、7 で、4 本目が最も高い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524000"/>
            <a:ext cx="2540000" cy="152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57</Words>
  <Application>Microsoft Office PowerPoint</Application>
  <PresentationFormat>ワイド画面</PresentationFormat>
  <Paragraphs>20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小さなアイコン</vt:lpstr>
      <vt:lpstr>曜日のバッジ</vt:lpstr>
      <vt:lpstr>道順の図</vt:lpstr>
      <vt:lpstr>比較のためのグラフ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小さな図の検証用スライド</dc:title>
  <dc:subject/>
  <dc:creator>Accessible PDF View</dc:creator>
  <cp:keywords/>
  <dc:description>generated using python-pptx</dc:description>
  <cp:lastModifiedBy/>
  <cp:revision>1</cp:revision>
  <dcterms:created xsi:type="dcterms:W3CDTF">2013-01-27T09:14:16Z</dcterms:created>
  <dcterms:modified xsi:type="dcterms:W3CDTF">2026-10-25T14:43:33Z</dcterms:modified>
  <cp:category/>
  <dc:language>ja-JP</dc:language>
</cp:coreProperties>
</file>